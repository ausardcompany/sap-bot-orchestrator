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297680" y="1280160"/>
            <a:ext cx="457200" cy="45720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LLM Orchestrator for SAP AI Core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0AB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" cy="25603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527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scattered across multiple providers with different APIs and authentication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56032" cy="25603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Routing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41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model selection — no intelligent matching of prompts to the right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56032" cy="25603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Safeguards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55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enterprise-grade content filtering, PII masking, or compliance controls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256032" cy="25603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Chaos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70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session management, no persistent memory, no cost tracking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1234440"/>
            <a:ext cx="3291840" cy="3383280"/>
          </a:xfrm>
          <a:prstGeom prst="rect">
            <a:avLst/>
          </a:prstGeom>
          <a:solidFill>
            <a:srgbClr val="0A1E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0" y="1234440"/>
            <a:ext cx="3291840" cy="3383280"/>
          </a:xfrm>
          <a:prstGeom prst="rect">
            <a:avLst/>
          </a:prstGeom>
          <a:noFill/>
          <a:ln/>
        </p:spPr>
        <p:txBody>
          <a:bodyPr wrap="square" lIns="3810" tIns="3810" rIns="3810" bIns="381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0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2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APIs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credentials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control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routing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Alexi?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298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CLI Tool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6276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 alexi or ax — a single command-line interface to SAP AI Core's orchestration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487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Auto-Routing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816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prompt by task type and complexity, then selects the optimal model automatically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0050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built-in tools for file operations, bash execution, web access, code search, and memory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Capabilities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prompts, scores models, picks the best fit automatically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88720"/>
            <a:ext cx="54864" cy="1645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Loop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task execution with tool calls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88720"/>
            <a:ext cx="54864" cy="164592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Built-in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ops, bash, web fetch, search, memory, browser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54864" cy="1645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Gemini, Llama, Nova, DeepSeek, Mistral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3063240"/>
            <a:ext cx="54864" cy="164592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Server for external tool extensibility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063240"/>
            <a:ext cx="54864" cy="1645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filtering, PII masking, grounding, translation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06040" y="1188720"/>
            <a:ext cx="1920240" cy="36576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Opus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1920240" cy="36576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188720"/>
            <a:ext cx="1920240" cy="36576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30632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06040" y="3063240"/>
            <a:ext cx="1920240" cy="36576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063240"/>
            <a:ext cx="1920240" cy="36576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30632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3063240"/>
            <a:ext cx="1920240" cy="36576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Auto-Routing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2103120"/>
            <a:ext cx="1371600" cy="1097280"/>
          </a:xfrm>
          <a:prstGeom prst="rect">
            <a:avLst/>
          </a:prstGeom>
          <a:solidFill>
            <a:srgbClr val="0A1E3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2103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92808" y="2651760"/>
            <a:ext cx="28346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103120"/>
            <a:ext cx="1371600" cy="1097280"/>
          </a:xfrm>
          <a:prstGeom prst="rect">
            <a:avLst/>
          </a:prstGeom>
          <a:solidFill>
            <a:srgbClr val="0070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0" y="2103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84448" y="2651760"/>
            <a:ext cx="28346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2103120"/>
            <a:ext cx="1371600" cy="1097280"/>
          </a:xfrm>
          <a:prstGeom prst="rect">
            <a:avLst/>
          </a:prstGeom>
          <a:solidFill>
            <a:srgbClr val="0070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2103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76088" y="2651760"/>
            <a:ext cx="28346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103120"/>
            <a:ext cx="1371600" cy="1097280"/>
          </a:xfrm>
          <a:prstGeom prst="rect">
            <a:avLst/>
          </a:prstGeom>
          <a:solidFill>
            <a:srgbClr val="0070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2103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67728" y="2651760"/>
            <a:ext cx="283464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2103120"/>
            <a:ext cx="1371600" cy="1097280"/>
          </a:xfrm>
          <a:prstGeom prst="rect">
            <a:avLst/>
          </a:prstGeom>
          <a:solidFill>
            <a:srgbClr val="F0AB0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9480" y="2103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6324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Hot-reloadable routing 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--prefer-cheap flag for cost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7315200" cy="475488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960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9601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+ Ink/React TUI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34840" y="144475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14400" y="1527048"/>
            <a:ext cx="7315200" cy="475488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270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2704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Orchestrator, Router, Session Mgr, Memory, Cost Tracker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201168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14400" y="2093976"/>
            <a:ext cx="7315200" cy="4754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0939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0939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Debug, Plan, Explore, Orchestrator Agents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5786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14400" y="2660904"/>
            <a:ext cx="7315200" cy="475488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6609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66090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Built-in Tools + MCP Tools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314553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14400" y="3227832"/>
            <a:ext cx="7315200" cy="4754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2278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2278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Orchestration Provider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371246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14400" y="3794760"/>
            <a:ext cx="7315200" cy="475488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7947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Filter, DPI, Grounding, Translation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427939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14400" y="4361688"/>
            <a:ext cx="7315200" cy="475488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361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3616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Gemini, Llama, Nova, DeepSeek, Mistral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with clean separation of concerns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System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coding, all tool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(25+ tools)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fixing, error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(25+ tools)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read-only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read, glob, grep, webfetch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codebase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read, glob, grep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Delegates to sub-agents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@syntax switching: </a:t>
            </a:r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@debug fix this error — instantly switches agent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custom temperature, system prompt, and tool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2560320" cy="54864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edit, multiedit,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glob, grep, 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43000"/>
            <a:ext cx="2560320" cy="54864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webfetch, websearch,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32461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74520" y="3246120"/>
            <a:ext cx="2560320" cy="54864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Workflow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7947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task, question,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todowrite, skill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246120"/>
            <a:ext cx="2560320" cy="54864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codesearch,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warpgrep, diagnostics,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storeMemory, recallMemory,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notebookRead/Edit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Enterprise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 + Llama Guard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filtering for safe, compliant AI interactions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88720"/>
            <a:ext cx="54864" cy="1645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 (DPI)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 25+ PII entity types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SSN, credit cards, addresses, and more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63240"/>
            <a:ext cx="54864" cy="164592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repositories + help.sap.com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 for context-aware responses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0632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3063240"/>
            <a:ext cx="54864" cy="1645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language translation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multilingual support for global teams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502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05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identity and behavior directives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4840" y="151790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14400" y="1618488"/>
            <a:ext cx="7315200" cy="50292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184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618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618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for Anthropic / OpenAI / Gemini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213055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14400" y="2231136"/>
            <a:ext cx="7315200" cy="502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2311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2311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2311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dir, git status, platform, 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7432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14400" y="2843784"/>
            <a:ext cx="7315200" cy="50292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84378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28437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8437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Debug / Plan / Explore / Orchestrator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35584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14400" y="3456432"/>
            <a:ext cx="7315200" cy="5029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4564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34564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user rules, project rules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39684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0690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616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User-provided via --system flag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solidFill>
            <a:srgbClr val="FFF3CC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Cache-friendly ordering: stable content first for LLM prompt caching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Integration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solidFill>
            <a:srgbClr val="0A1E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25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all 25+ tools via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clients (VS Code,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other agents) can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Alexi's tools directly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325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4920" y="192024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external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Filesystem, GitHub,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Search — aggregates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from any MCP 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~/.alexi/mcp-servers.json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32004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18872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18872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466344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alexi -i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0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Alexi v0.2.6 | Model: gpt-4o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Refactor the auth module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[read] src/auth/index.ts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[edit] src/auth/middleware.ts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[bash] npm test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tests passing. Cost: $0.023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207008"/>
            <a:ext cx="164592" cy="16459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bubbles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rendering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892808"/>
            <a:ext cx="164592" cy="16459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view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578608"/>
            <a:ext cx="164592" cy="16459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468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blocks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264408"/>
            <a:ext cx="164592" cy="16459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palette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slash commands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3950208"/>
            <a:ext cx="164592" cy="164592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840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animations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highlighting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Ink v6 + React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Session Management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886200" cy="54864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pricing tables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/ per-day / per-month summaries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capability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cost display during sessions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3886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188720"/>
            <a:ext cx="3886200" cy="54864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multi-turn conversations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compaction at 90% window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memory system: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episodic, semantic, procedural, working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234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 -i (interactive mode)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0"/>
          </a:xfrm>
          <a:prstGeom prst="line">
            <a:avLst/>
          </a:prstGeom>
          <a:noFill/>
          <a:ln w="6350">
            <a:solidFill>
              <a:srgbClr val="1A3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prompt, watch model selection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8046720" cy="0"/>
          </a:xfrm>
          <a:prstGeom prst="line">
            <a:avLst/>
          </a:prstGeom>
          <a:noFill/>
          <a:ln w="6350">
            <a:solidFill>
              <a:srgbClr val="1A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coding task with tool calls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0"/>
          </a:xfrm>
          <a:prstGeom prst="line">
            <a:avLst/>
          </a:prstGeom>
          <a:noFill/>
          <a:ln w="6350">
            <a:solidFill>
              <a:srgbClr val="1A3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Visualization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3429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file reads, edits, bash execution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8046720" cy="0"/>
          </a:xfrm>
          <a:prstGeom prst="line">
            <a:avLst/>
          </a:prstGeom>
          <a:noFill/>
          <a:ln w="6350">
            <a:solidFill>
              <a:srgbClr val="1A3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60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Summary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session costs and model usage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outlines what to demo live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105156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43000"/>
            <a:ext cx="54864" cy="1051560"/>
          </a:xfrm>
          <a:prstGeom prst="rect">
            <a:avLst/>
          </a:prstGeom>
          <a:solidFill>
            <a:srgbClr val="339933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43000"/>
            <a:ext cx="54864" cy="105156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SDK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AI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v6 + React 19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UI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42316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423160"/>
            <a:ext cx="54864" cy="1051560"/>
          </a:xfrm>
          <a:prstGeom prst="rect">
            <a:avLst/>
          </a:prstGeom>
          <a:solidFill>
            <a:srgbClr val="3068B7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42316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423160"/>
            <a:ext cx="54864" cy="105156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14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framework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703320"/>
            <a:ext cx="54864" cy="1051560"/>
          </a:xfrm>
          <a:prstGeom prst="rect">
            <a:avLst/>
          </a:prstGeom>
          <a:solidFill>
            <a:srgbClr val="E3600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 v4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37033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703320"/>
            <a:ext cx="54864" cy="1051560"/>
          </a:xfrm>
          <a:prstGeom prst="rect">
            <a:avLst/>
          </a:prstGeom>
          <a:solidFill>
            <a:srgbClr val="6BBF59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7472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parsing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7033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703320"/>
            <a:ext cx="54864" cy="1051560"/>
          </a:xfrm>
          <a:prstGeom prst="rect">
            <a:avLst/>
          </a:prstGeom>
          <a:solidFill>
            <a:srgbClr val="729B1B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297680" y="1371600"/>
            <a:ext cx="457200" cy="457200"/>
          </a:xfrm>
          <a:prstGeom prst="rect">
            <a:avLst/>
          </a:prstGeom>
          <a:solidFill>
            <a:srgbClr val="F0A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 CLI — alexi / ax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 Orchestration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0AB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Alexi — Intelligent LLM Orchestrator for SAP AI Core</dc:title>
  <dc:subject>PptxGenJS Presentation</dc:subject>
  <dc:creator>Alexi Team</dc:creator>
  <cp:lastModifiedBy>Alexi Team</cp:lastModifiedBy>
  <cp:revision>1</cp:revision>
  <dcterms:created xsi:type="dcterms:W3CDTF">2026-03-19T21:38:13Z</dcterms:created>
  <dcterms:modified xsi:type="dcterms:W3CDTF">2026-03-19T21:38:13Z</dcterms:modified>
</cp:coreProperties>
</file>